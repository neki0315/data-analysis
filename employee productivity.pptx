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63" d="100"/>
          <a:sy n="63" d="100"/>
        </p:scale>
        <p:origin x="7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bd737bf1-e500-480b-8aeb-03c8ce4cbbe3}">
  <we:reference id="WA200003233" version="2.0.0.3" store="en-GB" storeType="OMEX"/>
  <we:alternateReferences/>
  <we:properties>
    <we:property name="Microsoft.Office.CampaignId" value="&quot;none&quot;"/>
    <we:property name="reportUrl" value="&quot;/groups/me/reports/719359dc-510c-40d9-b86f-af3ba7686376/3572ad9531edec2ab4b0?bookmarkGuid=0a6953e6-f7a3-4041-a775-d1cbf25ef873&amp;bookmarkUsage=1&amp;ctid=29bebd42-f1ff-4c3d-9688-067e3460dc1f&amp;fromEntryPoint=export&quot;"/>
    <we:property name="reportState" value="&quot;CONNECTED&quot;"/>
    <we:property name="artifactViewState" value="&quot;live&quot;"/>
    <we:property name="reportEmbeddedTime" value="&quot;2025-03-03T06:48:23.469Z&quot;"/>
    <we:property name="creatorSessionId" value="&quot;92c11101-4f4e-445e-b5df-d78e52ba61ee&quot;"/>
    <we:property name="creatorUserId" value="&quot;100320022FEA20FC&quot;"/>
    <we:property name="creatorTenantId" value="&quot;29bebd42-f1ff-4c3d-9688-067e3460dc1f&quot;"/>
    <we:property name="pageDisplayName" value="&quot;Page 1&quot;"/>
    <we:property name="pageName" value="&quot;3572ad9531edec2ab4b0&quot;"/>
    <we:property name="reportName" value="&quot;employee productivity&quot;"/>
    <we:property name="isVisualContainerHeaderHidden" value="false"/>
    <we:property name="isFiltersActionButtonVisible" value="true"/>
    <we:property name="initialStateBookmark" value="&quot;H4sIAAAAAAAAA+1Y30/jOBD+V1Z52ZeC0qT5xVspoEPALgLEPZxQ5diT1Isb5xyH2x7if7+xkxQCRSy9XdSDe0vGE3u+b+azJ751GK9KQRZfyBycHWdXyus5Udefhs7AKVrb169HJ+Ozo+mX8ck+mmWpuSwqZ+fW0UTloC95VRNhZkDjH1cDhwhxSnLzlhFRwcApQVWyIIL/DY0zDmlVw93Age+lkIqYKc810WCmvUF3fMe1h9s+rkio5jdwDlQ3Vj+IPMKSwB8CA+qRdJS66FY1DjaylS5marv8RBaa8AKXMTZKWZD4JGV+EiRAkighibFnXOjWJV3sfy8VokPMi9KwMmY3pKDAHAtBQdVEfOucAKlqZXHs9wbOZa0onEFmhwrN9QLn2Z8j/gXA9FRJVhugaJ/uEU2mnuu6zh1yhEPIoHW/kJqIC1JdV3ZkJv+aKEDamLPj3l2hpeJFLlqW7wFfNEFTokzAMv2GVBlg+IFUDNTuwmLb46oj2Rs8Cv8NcSEQHKVZEkLqD0cQZz6kkR+H6aamZXyTm+AvOCrmXeWlD6xJDGOpl3ougSSOIhYzl0K0qYl56HVOpXpn6VkFr0lSknpZFMW4sQ3TiMRJAPFo/SSN81xBTnT72kcykaKer7D/dITT+wwe1EXL+PBpQgdLQBM05VJxill9jOmXhr0HJVF6DoVeq+BEXWGWgO0SNZnhROtW32bn7e6qO9vR+9uD07tNW4Pv7fKEwjEdSThyM+q6AfWoB0HqQ0j/V87D8H7joIiis8Ux3IB4Gv5y/OlQF98lUbxp+izUn0lB28ouV3D6CTc9pnF7EKQ1fro3mOEWmnOCreJsHQ0L7C9Xavfliv+I/Dbai0YpjeKhHzAvHnoRS1zCXtTeZm7yg03eG2ynPZ1I/ApMvP2NwV2j3Eu+uto3/6R6kYvNPKYCGkX4dxtnYYqCib1RNhr+K6l8xF3n3XWOleAUVE+EzhxUbnORQ4FkCFsQZbMih+q+aPpPl90tDGr1QMm5/axNg+FkCfBYIkmG7AuSCpiCRxI/SqItP3TDrVGa+Vtx6MZbmedjK0VCPxhF+HkTsGvE9fsMzB+SFVHBeLcHHD6iuPpxnXX1h4E+ond53gywlkRtr6xw1mOuG2puGzN6fh6XiovPxveq+auyXzFM3AoG55JZjsEqbvWEu6Ti1EzY/aSt3FWWYX1MSZoSp4TOgB3YUtxrLigPNcwbUrjtCCqKKx2yRo5zlAyvOnF2b0e8MKIxS2T69bpdp6yfKbaBc8bzmX6uLpaFZjf2/o2sHXNM4WFlkaLq7kkbLpQU9qkrGnQThs9m9M8a1AJhWY8XMrptkG4vc7ndz9R2gwSn5xWyKEhZmQ3J3OGiiYHl7AgWr5Dor+DZxnfKi6ILzmzor2Phfvd9Bmx/fnRSUtrMdjR0+i1qIVqdRwFEfhjEbkLdMAuzkT/M/ou/lEt3W5z9Ril444u1jWWhOSnuVh/BstZVSSickgJWnCJW4wzYCyeJKT3HroF0clTND/q3sf0DIHZFe/YZAAA=&quot;"/>
    <we:property name="bookmark" value="&quot;H4sIAAAAAAAAA+1YS0/jSBD+KyNfZlYKyO8HNwisGA2sECAuKxSVu8tJDx3b221nJ4Py37faj5BAGLTZWZSFPeSQqnJ1fV89uux7iwtdSpj/BlO0Dqyjoribgrr74FgDK29l6MeQINhOjGkISQJoh6QtykoUubYO7q0K1BirG6FrkMYRCX+3Ij9lUex4AXdjx414YgO3bgcWSHkBY2OTgdQ4sEpUushBiu/YuiBVpWpcDCz8VspCgTnoqoIKzWEzMqf/FJiz71EcwCoxwytkVSv1gsgFngSegxyZC6mf2mSmW4Mm3o0mxnVz/LDIKxA5HWNkjPEg8SDlXhIQC0mUQGLkmZBVZ5LOT76VijATE/PSUHbIZ5Az5FYDQaFuI763zhF0rRocJ2uKq6JWDC8xa1R5Jao5+TmZEv454uhCFbw2QEk+OoYKRq5t29aCOCIVMdiYXxcVyGvQd7rRTIo/hwqJNm4d2ItbkmiRj2XH8gPg6zZoBsoEXKRfiSoDjB4oFEd1NG+wHQvVk+wOHoX/irgICGlZloSYeo6PceZhGnlxmO5qWg5nYxP8taB2elN5WQfWJobz1E1dGzCJo4jH3GYY7WpiVq2uWKHeWHo2wWuTlKRuFkUxDTYnjSBOAoz97ZN0OB4rHEPV/V1HMixkPd0g/+kIRw8Z/LXOO8adpwkdLAENSTQulGCU1ceY/tWwj7EEVU0xr7YqOFlryhLyI1DDCTnatvp2O2+L2/5uJ+uvK7d3l7YW3+vliRrHbCShb2fMtgPmMheD1MOQ/d85q+GdClSg2GR+hjOUT8Nf6p+q+vhuQIl26Wug/kwKuj13eYK1nnCzYxqzlSAb4YcHgVF30KxzWhUn2/SwpP1yY+++XPHvkd+29za+UbzUe7s55Ae7PBuaTXs0LOgpNPGuDwZ7i3IvxeZq3/2b6kUudvCaovSI8UTSrzJuNcqeWIqEk5dzKJvzfnzM/opf86RmdOJn3lI+JZXQfQL6f19EbgrCNHBWvXaHXfaAzwSNg7YKb0DWpgA/nl5+NNvvoqnVKVZgeDCfKa7q6aeXiHhUBL9Ytybr7dh5wHW+9Hq/0sr6tfNP78bAJsgb6J8rnLYRCI7GvUD9lpI5sGZG2BW0TcrTy+V9EbAo8hyMszClWyN2/cx3/tF98R6v3jf3+qSlYKjWbiIaCGrc5KKbCvdW2R7XtAvpC459Wz9XlEegBVsOmedWucZcv+NFrqkUyHX/SbflQhWy/Wrc8UONLc2jrfaPGtWcQDQWL95a5HR/Gfb+elD7bSDkXmiqUQmlNmVjPjcP+hE5/4Lzbab2WUGdYI67hlTiCF1IvCiJ9rzQDvf8NPP24tCO9zLXo5dGCL3Ajx5X9pImE9+FyPM+ONN2f4+Fhx55Buy6fzJSRdFM3J6GvlTzWsqupKMAIy8MYjthdpiFme852X/x7Xdp3lT5+k4XvPI3wJ1loblFjXQF1mLxFyUOMRcyGgAA&quot;"/>
    <we:property name="datasetId" value="&quot;5aa8d168-0726-4bce-8326-dab854347fe9&quot;"/>
    <we:property name="embedUrl" value="&quot;/reportEmbed?reportId=719359dc-510c-40d9-b86f-af3ba7686376&amp;config=eyJjbHVzdGVyVXJsIjoiaHR0cHM6Ly9XQUJJLVNPVVRILUVBU1QtQVNJQS1yZWRpcmVjdC5hbmFseXNpcy53aW5kb3dzLm5ldCIsImVtYmVkRmVhdHVyZXMiOnsidXNhZ2VNZXRyaWNzVk5leHQiOnRydWV9fQ%3D%3D&amp;disableSensitivityBanner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NEHITH RAVISHANKAR - 220984004 - MITMPL</cp:lastModifiedBy>
  <cp:revision>4</cp:revision>
  <dcterms:created xsi:type="dcterms:W3CDTF">2018-06-07T21:39:02Z</dcterms:created>
  <dcterms:modified xsi:type="dcterms:W3CDTF">2025-03-03T06:50:17Z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